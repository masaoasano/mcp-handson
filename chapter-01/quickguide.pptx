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 APIとMCP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5分でわかる比較ガイド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2025年12月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本日の内容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REST APIとMCPの違い</a:t>
            </a:r>
          </a:p>
          <a:p>
            <a:pPr lvl="0"/>
            <a:r>
              <a:rPr/>
              <a:t>レストランの例えで理解</a:t>
            </a:r>
          </a:p>
          <a:p>
            <a:pPr lvl="0"/>
            <a:r>
              <a:rPr/>
              <a:t>ビジネス価値の比較</a:t>
            </a:r>
          </a:p>
          <a:p>
            <a:pPr lvl="0"/>
            <a:r>
              <a:rPr/>
              <a:t>具体的なユースケース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🤔 一言で言うと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</a:t>
            </a:r>
            <a:br/>
            <a:r>
              <a:rPr/>
              <a:t>レストランのメニュー（紙）</a:t>
            </a:r>
          </a:p>
          <a:p>
            <a:pPr lvl="0" indent="0" marL="0">
              <a:buNone/>
            </a:pPr>
            <a:r>
              <a:rPr b="1"/>
              <a:t>MCP</a:t>
            </a:r>
            <a:br/>
            <a:r>
              <a:rPr/>
              <a:t>スマートなウェイター（AI対応）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REST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紙のメニュー方式</a:t>
            </a:r>
          </a:p>
          <a:p>
            <a:pPr lvl="0" indent="-342900" marL="342900">
              <a:buAutoNum type="arabicPeriod"/>
            </a:pPr>
            <a:r>
              <a:rPr/>
              <a:t>メニューを見る</a:t>
            </a:r>
          </a:p>
          <a:p>
            <a:pPr lvl="0" indent="-342900" marL="342900">
              <a:buAutoNum type="arabicPeriod"/>
            </a:pPr>
            <a:r>
              <a:rPr/>
              <a:t>注文を伝える</a:t>
            </a:r>
          </a:p>
          <a:p>
            <a:pPr lvl="0" indent="-342900" marL="342900">
              <a:buAutoNum type="arabicPeriod"/>
            </a:pPr>
            <a:r>
              <a:rPr/>
              <a:t>料理が届く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REST APIの特徴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メリット</a:t>
            </a:r>
            <a:r>
              <a:rPr/>
              <a:t> - シンプル - 誰でも使える</a:t>
            </a:r>
          </a:p>
          <a:p>
            <a:pPr lvl="0" indent="0" marL="0">
              <a:buNone/>
            </a:pPr>
            <a:r>
              <a:rPr b="1"/>
              <a:t>デメリット</a:t>
            </a:r>
            <a:br/>
            <a:r>
              <a:rPr/>
              <a:t>- メニュー外は注文不可 - 手動更新が必要 - 質問できない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スマートウェイター方式</a:t>
            </a:r>
          </a:p>
          <a:p>
            <a:pPr lvl="0" indent="-342900" marL="342900">
              <a:buAutoNum type="arabicPeriod"/>
            </a:pPr>
            <a:r>
              <a:rPr/>
              <a:t>ウェイターに話しかける</a:t>
            </a:r>
          </a:p>
          <a:p>
            <a:pPr lvl="0" indent="-342900" marL="342900">
              <a:buAutoNum type="arabicPeriod"/>
            </a:pPr>
            <a:r>
              <a:rPr/>
              <a:t>おすすめを聞く</a:t>
            </a:r>
          </a:p>
          <a:p>
            <a:pPr lvl="0" indent="-342900" marL="342900">
              <a:buAutoNum type="arabicPeriod"/>
            </a:pPr>
            <a:r>
              <a:rPr/>
              <a:t>対話的に注文</a:t>
            </a:r>
          </a:p>
          <a:p>
            <a:pPr lvl="0" indent="-342900" marL="342900">
              <a:buAutoNum type="arabicPeriod"/>
            </a:pPr>
            <a:r>
              <a:rPr/>
              <a:t>最適な料理が届く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MCPの特徴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メリット</a:t>
            </a:r>
            <a:r>
              <a:rPr/>
              <a:t> - 何ができるか自動説明 - AI対応 - 自動更新 - 質問に回答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タスク一覧の取得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</a:t>
            </a:r>
            <a:r>
              <a:rPr/>
              <a:t> - URLにアクセス - タスク一覧表示</a:t>
            </a:r>
          </a:p>
          <a:p>
            <a:pPr lvl="0" indent="0" marL="0">
              <a:buNone/>
            </a:pPr>
            <a:r>
              <a:rPr b="1"/>
              <a:t>MCP</a:t>
            </a:r>
            <a:r>
              <a:rPr/>
              <a:t> - AI: 「何ができる？」 - システム: 「一覧を表示できます」 - タスク一覧表示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タスクの作成（1/2）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</a:t>
            </a:r>
          </a:p>
          <a:p>
            <a:pPr lvl="0"/>
            <a:r>
              <a:rPr/>
              <a:t>専用URLにデータ送信</a:t>
            </a:r>
          </a:p>
          <a:p>
            <a:pPr lvl="0"/>
            <a:r>
              <a:rPr/>
              <a:t>事前に仕様を確認が必要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タスクの作成（2/2）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MCP</a:t>
            </a:r>
          </a:p>
          <a:p>
            <a:pPr lvl="0"/>
            <a:r>
              <a:rPr/>
              <a:t>AI: 「操作は？」</a:t>
            </a:r>
          </a:p>
          <a:p>
            <a:pPr lvl="0"/>
            <a:r>
              <a:rPr/>
              <a:t>システム: 「作成できます」</a:t>
            </a:r>
          </a:p>
          <a:p>
            <a:pPr lvl="0"/>
            <a:r>
              <a:rPr/>
              <a:t>AI: 「作成して」</a:t>
            </a:r>
          </a:p>
          <a:p>
            <a:pPr lvl="0"/>
            <a:r>
              <a:rPr/>
              <a:t>完了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ビジネス価値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REST API の評価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評価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導入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コスト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ドキュメント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AI連携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変更対応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REST API 向いているケース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Webサイト</a:t>
            </a:r>
          </a:p>
          <a:p>
            <a:pPr lvl="0"/>
            <a:r>
              <a:rPr/>
              <a:t>モバイルアプリ</a:t>
            </a:r>
          </a:p>
          <a:p>
            <a:pPr lvl="0"/>
            <a:r>
              <a:rPr/>
              <a:t>外部公開API</a:t>
            </a:r>
          </a:p>
          <a:p>
            <a:pPr lvl="0"/>
            <a:r>
              <a:rPr/>
              <a:t>標準的な機能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MCPの評価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評価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導入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コスト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ドキュメント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AI連携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変更対応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⭐⭐⭐⭐⭐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MCP 向いているケース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AIアシスタント統合</a:t>
            </a:r>
          </a:p>
          <a:p>
            <a:pPr lvl="0"/>
            <a:r>
              <a:rPr/>
              <a:t>社内業務自動化</a:t>
            </a:r>
          </a:p>
          <a:p>
            <a:pPr lvl="0"/>
            <a:r>
              <a:rPr/>
              <a:t>頻繁な機能変更</a:t>
            </a:r>
          </a:p>
          <a:p>
            <a:pPr lvl="0"/>
            <a:r>
              <a:rPr/>
              <a:t>エージェントシステム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具体例: ECサイト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APIが適している</a:t>
            </a:r>
          </a:p>
          <a:p>
            <a:pPr lvl="0"/>
            <a:r>
              <a:rPr/>
              <a:t>商品検索</a:t>
            </a:r>
          </a:p>
          <a:p>
            <a:pPr lvl="0"/>
            <a:r>
              <a:rPr/>
              <a:t>カート</a:t>
            </a:r>
          </a:p>
          <a:p>
            <a:pPr lvl="0"/>
            <a:r>
              <a:rPr/>
              <a:t>注文処理</a:t>
            </a:r>
          </a:p>
          <a:p>
            <a:pPr lvl="0"/>
            <a:r>
              <a:rPr/>
              <a:t>標準的な操作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具体例: AI連携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MCPが適している</a:t>
            </a:r>
          </a:p>
          <a:p>
            <a:pPr lvl="0"/>
            <a:r>
              <a:rPr/>
              <a:t>「会議資料を準備して」</a:t>
            </a:r>
          </a:p>
          <a:p>
            <a:pPr lvl="0"/>
            <a:r>
              <a:rPr/>
              <a:t>AIが自動でツール選択</a:t>
            </a:r>
          </a:p>
          <a:p>
            <a:pPr lvl="0"/>
            <a:r>
              <a:rPr/>
              <a:t>対話的に作業完了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具体例: 業務自動化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MCPが適している</a:t>
            </a:r>
          </a:p>
          <a:p>
            <a:pPr lvl="0"/>
            <a:r>
              <a:rPr/>
              <a:t>機能の頻繁な追加</a:t>
            </a:r>
          </a:p>
          <a:p>
            <a:pPr lvl="0"/>
            <a:r>
              <a:rPr/>
              <a:t>部署ごとに違う使い方</a:t>
            </a:r>
          </a:p>
          <a:p>
            <a:pPr lvl="0"/>
            <a:r>
              <a:rPr/>
              <a:t>複雑な業務フロー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将来性: REST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広く普及</a:t>
            </a:r>
          </a:p>
          <a:p>
            <a:pPr lvl="0"/>
            <a:r>
              <a:rPr/>
              <a:t>✅ 豊富なツール</a:t>
            </a:r>
          </a:p>
          <a:p>
            <a:pPr lvl="0"/>
            <a:r>
              <a:rPr/>
              <a:t>⚠️ AI時代は工夫必要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将来性: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🆕 2024年登場</a:t>
            </a:r>
          </a:p>
          <a:p>
            <a:pPr lvl="0"/>
            <a:r>
              <a:rPr/>
              <a:t>📈 AI時代に最適</a:t>
            </a:r>
          </a:p>
          <a:p>
            <a:pPr lvl="0"/>
            <a:r>
              <a:rPr/>
              <a:t>🚀 成長が期待</a:t>
            </a:r>
          </a:p>
          <a:p>
            <a:pPr lvl="0"/>
            <a:r>
              <a:rPr/>
              <a:t>💡 Claudeが採用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併用も可能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外部向け</a:t>
            </a:r>
            <a:br/>
            <a:r>
              <a:rPr/>
              <a:t>REST API</a:t>
            </a:r>
          </a:p>
          <a:p>
            <a:pPr lvl="0" indent="0" marL="0">
              <a:buNone/>
            </a:pPr>
            <a:r>
              <a:rPr b="1"/>
              <a:t>AI連携</a:t>
            </a:r>
            <a:br/>
            <a:r>
              <a:rPr/>
              <a:t>MCP</a:t>
            </a:r>
          </a:p>
          <a:p>
            <a:pPr lvl="0" indent="0" marL="0">
              <a:buNone/>
            </a:pPr>
            <a:r>
              <a:rPr b="1"/>
              <a:t>両方を提供できる！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5つのポイント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自己説明性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</a:t>
            </a:r>
            <a:br/>
            <a:r>
              <a:rPr/>
              <a:t>ドキュメントが必要</a:t>
            </a:r>
          </a:p>
          <a:p>
            <a:pPr lvl="0" indent="0" marL="0">
              <a:buNone/>
            </a:pPr>
            <a:r>
              <a:rPr b="1"/>
              <a:t>MCP</a:t>
            </a:r>
            <a:br/>
            <a:r>
              <a:rPr/>
              <a:t>システムが自動説明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AI対応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</a:t>
            </a:r>
            <a:br/>
            <a:r>
              <a:rPr/>
              <a:t>追加設定が必要</a:t>
            </a:r>
          </a:p>
          <a:p>
            <a:pPr lvl="0" indent="0" marL="0">
              <a:buNone/>
            </a:pPr>
            <a:r>
              <a:rPr b="1"/>
              <a:t>MCP</a:t>
            </a:r>
            <a:br/>
            <a:r>
              <a:rPr/>
              <a:t>そのまま使える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変更対応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</a:t>
            </a:r>
            <a:br/>
            <a:r>
              <a:rPr/>
              <a:t>手動更新が必要</a:t>
            </a:r>
          </a:p>
          <a:p>
            <a:pPr lvl="0" indent="0" marL="0">
              <a:buNone/>
            </a:pPr>
            <a:r>
              <a:rPr b="1"/>
              <a:t>MCP</a:t>
            </a:r>
            <a:br/>
            <a:r>
              <a:rPr/>
              <a:t>自動で最新情報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使い分け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</a:t>
            </a:r>
            <a:br/>
            <a:r>
              <a:rPr/>
              <a:t>Webサービス、外部公開</a:t>
            </a:r>
          </a:p>
          <a:p>
            <a:pPr lvl="0" indent="0" marL="0">
              <a:buNone/>
            </a:pPr>
            <a:r>
              <a:rPr b="1"/>
              <a:t>MCP</a:t>
            </a:r>
            <a:br/>
            <a:r>
              <a:rPr/>
              <a:t>AI連携、社内ツール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将来性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 API</a:t>
            </a:r>
            <a:br/>
            <a:r>
              <a:rPr/>
              <a:t>実績豊富で安定</a:t>
            </a:r>
          </a:p>
          <a:p>
            <a:pPr lvl="0" indent="0" marL="0">
              <a:buNone/>
            </a:pPr>
            <a:r>
              <a:rPr b="1"/>
              <a:t>MCP</a:t>
            </a:r>
            <a:br/>
            <a:r>
              <a:rPr/>
              <a:t>AI時代の新標準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FAQ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Q: 移行すべき？</a:t>
            </a:r>
          </a:p>
          <a:p>
            <a:pPr lvl="0" indent="0" marL="0">
              <a:buNone/>
            </a:pPr>
            <a:r>
              <a:rPr/>
              <a:t>A: いいえ</a:t>
            </a:r>
            <a:br/>
            <a:r>
              <a:rPr/>
              <a:t>既存APIは継続</a:t>
            </a:r>
            <a:br/>
            <a:r>
              <a:rPr/>
              <a:t>AI部分だけMCP追加も可能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FAQ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Q: 難しい技術？</a:t>
            </a:r>
          </a:p>
          <a:p>
            <a:pPr lvl="0" indent="0" marL="0">
              <a:buNone/>
            </a:pPr>
            <a:r>
              <a:rPr/>
              <a:t>A: いいえ</a:t>
            </a:r>
            <a:br/>
            <a:r>
              <a:rPr/>
              <a:t>新しいが特別難しくない</a:t>
            </a:r>
            <a:br/>
            <a:r>
              <a:rPr/>
              <a:t>使う側は楽になる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FAQ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Q: いつ導入検討？</a:t>
            </a:r>
          </a:p>
          <a:p>
            <a:pPr lvl="0" indent="0" marL="0">
              <a:buNone/>
            </a:pPr>
            <a:r>
              <a:rPr/>
              <a:t>A: AI活用企業は今から</a:t>
            </a:r>
            <a:br/>
            <a:r>
              <a:rPr/>
              <a:t>2-3年後に標準化予想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🎓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体験</a:t>
            </a:r>
            <a:br/>
            <a:r>
              <a:rPr/>
              <a:t>エンジニアと5分試す</a:t>
            </a:r>
          </a:p>
          <a:p>
            <a:pPr lvl="0" indent="0" marL="0">
              <a:buNone/>
            </a:pPr>
            <a:r>
              <a:rPr b="1"/>
              <a:t>2. 検討</a:t>
            </a:r>
            <a:br/>
            <a:r>
              <a:rPr/>
              <a:t>AI戦略との適合性</a:t>
            </a:r>
          </a:p>
          <a:p>
            <a:pPr lvl="0" indent="0" marL="0">
              <a:buNone/>
            </a:pPr>
            <a:r>
              <a:rPr b="1"/>
              <a:t>3. 学習</a:t>
            </a:r>
            <a:br/>
            <a:r>
              <a:rPr/>
              <a:t>guide.md で詳細確認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ありがとうございました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詳細は guide.md へ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APIとMCP</dc:title>
  <dc:creator/>
  <cp:keywords/>
  <dcterms:created xsi:type="dcterms:W3CDTF">2025-12-04T14:21:16Z</dcterms:created>
  <dcterms:modified xsi:type="dcterms:W3CDTF">2025-12-04T14:21:16Z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2025年12月</vt:lpwstr>
  </property>
  <property fmtid="{D5CDD505-2E9C-101B-9397-08002B2CF9AE}" pid="3" name="subtitle">
    <vt:lpwstr>5分でわかる比較ガイド</vt:lpwstr>
  </property>
</Properties>
</file>